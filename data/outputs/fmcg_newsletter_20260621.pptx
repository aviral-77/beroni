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FMCG Deal Intelligence</a:t>
            </a:r>
          </a:p>
          <a:p>
            <a:pPr>
              <a:defRPr sz="1800" i="1">
                <a:solidFill>
                  <a:srgbClr val="666666"/>
                </a:solidFill>
              </a:defRPr>
            </a:pPr>
            <a:r>
              <a:t>M&amp;A &amp; investment digest · 21 Jun 2026 · last 14 days · 21 deals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This edition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This edition tracks 21 fast-moving consumer goods deals reported over the last 14 days. The lead stories below are ranked by a blend of relevance, source credibility and recency; a longer tail of smaller moves follows.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 21 relevant FMCG deals surfaced from 30 raw articles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 5 duplicate/near-duplicate reports merged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 8 deals with a disclosed value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 Deal mix — Acquisition (13), Investment (3), Divestiture (2), Funding round (2)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1. Mars strikes $36bn deal to buy Pringles maker Kellanova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Acquisition • $36 billion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Mars has agreed to buy Kellanova, the owner of Pringles and Cheez-It, for around $36 billion, in one of the largest packaged-food acquisitions in years as consumer giants consolidate.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Source: Bloomberg  |  credibility 100/100  (tier1)  |  https://www.bloomberg.com/news/articles/2026-06-19/mars-kellanova-deal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2. PepsiCo to acquire prebiotic soda brand poppi for $1.95 billion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Acquisition • $1.95 billion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PepsiCo has agreed to acquire fast-growing prebiotic soda brand poppi for about $1.95 billion, expanding its push into functional and better-for-you beverages as consumers cut back on traditional soft drinks.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Source: CNBC  |  credibility 99/100  (tier1)  |  https://www.cnbc.com/2026/06/17/pepsico-poppi-acquisition.html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3. Keurig Dr Pepper acquires energy drink maker in $1 billion 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Acquisition • $1 billion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Keurig Dr Pepper has agreed to acquire a fast-growing energy drink brand for about $1 billion, expanding its presence in the booming energy category alongside its coffee and soft-drink portfolio.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Source: Food Dive  |  credibility 85/100  (tier2)  |  https://www.fooddive.com/news/keurig-dr-pepper-energy-drink-acquisition/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4. Beauty conglomerate acquires haircare brand to strengthen professional division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 global beauty conglomerate has acquired a fast-growing professional haircare brand, strengthening its salon and professional division amid rising demand for premium hair products.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Source: Cosmetics Business  |  credibility 85/100  (tier2)  |  https://www.cosmeticsbusiness.com/news/beauty-haircare-acquisition-2026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5. L'Oreal acquires premium skincare brand to expand dermatological beauty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L'Oreal has agreed to acquire a premium skincare brand, adding to its active cosmetics division as the beauty group invests in science-backed dermatological products and premiumisation.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Source: CosmeticsDesign  |  credibility 85/100  (tier2)  |  https://www.cosmeticsdesign.com/Article/2026/06/12/loreal-skincare-acquisition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6. Nestle divests underperforming frozen food unit to focus on coffee and pet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Divestiture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Nestle has agreed to divest an underperforming frozen food business as the world's largest food company sharpens its portfolio around higher-growth coffee, pet care and nutrition brands.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Source: Reuters  |  credibility 95/100  (tier1)  |  https://www.reuters.com/markets/deals/nestle-frozen-food-divestiture-2026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Methodology &amp;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666666"/>
                </a:solidFill>
              </a:defRPr>
            </a:pPr>
            <a:r>
              <a:t>•  Ingestion: public RSS/Atom feeds (Google News deal queries + FMCG trade press), filtered to the last 14 days. No paywalled or private sources.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•  De-duplication: exact match on normalised URL/title, then near-duplicate clustering. Each story is fingerprinted by its named entities (companies, brands) and figures plus significant content words; two reports merge when they share at least 2 entities AND their blended overlap (entity + content overlap coefficients) reaches 0.50. The most credible/recent report is kept as the representative. 5 of 30 articles merged this run.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•  Relevance: an item must show BOTH a deal signal (acquire/merger/stake/funding…) and an FMCG signal (category or named consumer-goods company); title matches weighted x2. Items scoring below 35/100 are dropped from the draft.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•  Credibility: transparent source-tier allow-list (global wire &gt; trade press &gt; general &gt; press-release wires), plus a corroboration bonus when multiple independent outlets report the same deal, and a penalty for lone press releases. We rate the SOURCE, not each claim.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•  Ranking: composite of relevance (45%), credibility (30%), recency (15%) and corroboration (10%).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•  Summaries: template-generated from extracted deal facts + the source blurb (no LLM key set).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•  Assumptions &amp; limits: deal value/parties are extracted heuristically (regex) and may be incomplete; coverage reflects what public feeds surface; this is decision-support, not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